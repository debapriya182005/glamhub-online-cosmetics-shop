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A1C4A"/>
                </a:solidFill>
                <a:latin typeface="Georgia"/>
              </a:defRPr>
            </a:pPr>
            <a:r>
              <a:t>GLAMHUB: MODERN COSMETICS E-COMMERCE</a:t>
            </a:r>
          </a:p>
          <a:p>
            <a:br/>
            <a:pPr algn="ctr">
              <a:defRPr sz="2800">
                <a:solidFill>
                  <a:srgbClr val="2D2D2D"/>
                </a:solidFill>
                <a:latin typeface="Calibri"/>
              </a:defRPr>
            </a:pPr>
            <a:r>
              <a:t>Project Supervisor: [Project Supervisor Name]</a:t>
            </a:r>
            <a:br/>
            <a:r>
              <a:t>Developed By: [Student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Introduction to GlamHub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Specialized e-commerce web application for beauty and cosmetics.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Built using Python, Django, and modern web technologies.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Delivers a seamless, responsive, and secure shopping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E-commerce platforms often lack specialized tailoring for cosmetics.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Security concerns in payment processing deter customers.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Complex user journeys lead to high cart abandonment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Design a robust, scalable backend using Django framework.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Implement a highly responsive and intuitive user interface.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Integrate a secure, reliable payment gateway (Razorpay).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Enable personalized features like Wishlists and Order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Target Audience &amp; Market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Target Audience: Beauty enthusiasts and skincare shoppers.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Market Needs: Detailed product details, categories, and search.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Goal: Bridge the gap between customers and premium brands.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Based on the Model-View-Template (MVT) architecture of Django.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Relational database management system using SQLite.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Server-side rendering combined with client-side interactivity.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Agile development methodology with iterative sprints.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Database modeling, view implementation, and template design.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Comprehensive unit testing and functional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Customer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Custom user model (Customer) extending Django's AbstractUser.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Secure login, registration, and logout functionalities.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Session-based authentication with secure password hashing.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Product Catalog &amp;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Dynamic category management (Skin Care, Makeup, Hair Care).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Product labeling (Best Seller, New, Price Drop, BOGO).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Real-time search functionality across the entire catalog.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Interactive Shopping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Database-driven cart management (CartItem model).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Real-time quantity updates and automatic total calculations.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Automated promotional discount application (70% Summer Sale).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Wishlist &amp;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Dedicated user wishlist (WishlistItem model) for saving items.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Easy toggle to add/remove items from the wishlist.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Personalized user dashboard with profile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Payment Gateway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Seamless Razorpay payment gateway integration.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Secure transaction processing via Razorpay API.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Automatic order generation upon successful payment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Order Management &amp;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Persistent order tracking (Order model) with payment status.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Storage of delivery addresses and transaction IDs.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User-accessible order history page for tracking purchases.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Database Design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Normalized database schema prevents data redundancy.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Foreign key relationships ensure referential integrity.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Optimized database queries for quick product retrieval.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User Experience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Fully responsive design adapts to mobile and desktop.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Intuitive navigation reduces cognitive load on users.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Dynamic alerts provide immediate feedback for user actions.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Protection against CSRF attacks using Django's middleware.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Secure password hashing and authentication protocols.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Safe, API-based payment handling prevents payment tampering.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Fast page loading times through optimized Django ORM queries.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Low server response latency for cart and wishlist actions.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Efficient image rendering with pre-defined aspect ratios.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Functional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Successful execution of core user flows (Register -&gt; Shop -&gt; Pay).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Automated Django test suite verifies model constraints.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Edge-case handling for empty carts and invalid payment IDs.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Business &amp; Operational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Automates sales, reducing operational overhead.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Captures customer interest data through wishlists.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Ready for business analytics and marketing campaigns.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0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8A1C4A"/>
                </a:solidFill>
                <a:latin typeface="Georgia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GlamHub is a complete, secure e-commerce solution for cosmetics.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Future: Integrate AI-based product recommendations.</a:t>
            </a:r>
          </a:p>
          <a:p>
            <a:pPr>
              <a:spcAft>
                <a:spcPts val="2000"/>
              </a:spcAft>
              <a:defRPr sz="2800">
                <a:solidFill>
                  <a:srgbClr val="2D2D2D"/>
                </a:solidFill>
                <a:latin typeface="Calibri"/>
              </a:defRPr>
            </a:pPr>
            <a:r>
              <a:t>• Future: Add multi-currency support and advanced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